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743200" cy="8564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4688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Open Sans"/>
              </a:rPr>
              <a:t>RELATÓRIO GERENCIAL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Roboto"/>
              </a:rPr>
              <a:t>ACE Catanduva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343400"/>
            <a:ext cx="137160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61772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2F3F8"/>
                </a:solidFill>
                <a:latin typeface="Open Sans"/>
              </a:rPr>
              <a:t>Período:  </a:t>
            </a:r>
            <a:r>
              <a:rPr sz="1400" b="1">
                <a:solidFill>
                  <a:srgbClr val="FFFFFF"/>
                </a:solidFill>
                <a:latin typeface="Open Sans"/>
              </a:rPr>
              <a:t>Acumulado até Julho/2026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2F3F8"/>
                </a:solidFill>
                <a:latin typeface="Open Sans"/>
              </a:rPr>
              <a:t>Responsável:  </a:t>
            </a:r>
            <a:r>
              <a:rPr sz="1400" b="1">
                <a:solidFill>
                  <a:srgbClr val="FFFFFF"/>
                </a:solidFill>
                <a:latin typeface="Open Sans"/>
              </a:rPr>
              <a:t>Pytest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17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4B7AF"/>
                </a:solidFill>
                <a:latin typeface="Open Sans"/>
              </a:rPr>
              <a:t>Informação contábil transformada em decisão.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PRINCIPAIS NÚMEROS DO PERÍODO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Visão Executiva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02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Receita Líquida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Dados insuficientes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13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013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788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Resultado Líquido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788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Dados insuficientes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334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334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109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Margem Líquida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09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Dados insuficientes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655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655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430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EBITDA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430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Dados insuficientes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EBITDA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Dados insuficientes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9013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9013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788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Disponibilidade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788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R$ 475.635,31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334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334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109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Ativo Total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109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R$ 1.475.704,39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655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3655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7430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Passivo Circulante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7430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R$ 131.330,63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Valores extraídos dos documentos importados. Onde não há dado: 'Dados insuficientes'.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ÍNDICES DE LIQUIDEZ DO PERÍODO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Liquidez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03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Corrente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3,67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20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120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895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Seca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95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Dados insuficientes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548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323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Imediata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323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3,62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74136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520440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Geral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849624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3,67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Valores extraídos dos documentos importados. Onde não há dado: 'Dados insuficientes'.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ESTRUTURA PATRIMONIAL — PADRÃO FELCONT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Balanço Patrimonial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04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5394960" cy="384048"/>
          </a:xfrm>
          <a:prstGeom prst="roundRect">
            <a:avLst>
              <a:gd name="adj" fmla="val 10000"/>
            </a:avLst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83080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Open Sans"/>
              </a:rPr>
              <a:t>ATIVO (Aplicações)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860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22F6A"/>
                </a:solidFill>
                <a:latin typeface="Open Sans"/>
              </a:rPr>
              <a:t>ATIVO CIRCULANTE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7860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Caixa e Equivalentes de Caixa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57860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R$ 475.635,31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8529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Adiantamentos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85292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R$ 0,00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12724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Impostos a recuperar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312724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R$ 6.558,74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40156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Ativo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340156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R$ 482.194,05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75887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22F6A"/>
                </a:solidFill>
                <a:latin typeface="Open Sans"/>
              </a:rPr>
              <a:t>ATIVO NÃO CIRCULANTE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96849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Investimentos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3968496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R$ 780,00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24281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Imobilizado Líquido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4242816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R$ 992.730,34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51713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Ativo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4517136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R$ 993.510,34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5352" y="1783080"/>
            <a:ext cx="5394960" cy="384048"/>
          </a:xfrm>
          <a:prstGeom prst="roundRect">
            <a:avLst>
              <a:gd name="adj" fmla="val 10000"/>
            </a:avLst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1783080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Open Sans"/>
              </a:rPr>
              <a:t>PASSIVO + PL (Origens)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22860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4B7AF"/>
                </a:solidFill>
                <a:latin typeface="Open Sans"/>
              </a:rPr>
              <a:t>PASSIVO CIRCULANTE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257860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Empréstimos e Financiamentos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257860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R$ 5.382,63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28529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Fornecedores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2952" y="285292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R$ 87.477,94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312724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Obrigações Trabalhistas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2952" y="312724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R$ 37.185,58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340156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Obrigações Tributárias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2952" y="340156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R$ 1.284,48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367588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Passivo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2952" y="367588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R$ 131.330,63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3950207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4B7AF"/>
                </a:solidFill>
                <a:latin typeface="Open Sans"/>
              </a:rPr>
              <a:t>PASSIVO NÃO CIRCULANTE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3952" y="424281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Exigível a Longo Prazo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2952" y="4242816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R$ 0,00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3952" y="451713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Passivo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02952" y="4517136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R$ 0,00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6792" y="4791455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4B7AF"/>
                </a:solidFill>
                <a:latin typeface="Open Sans"/>
              </a:rPr>
              <a:t>PATRIMÔNIO LÍQUIDO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3952" y="508406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Superávit (Patrimônio Social)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02952" y="508406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R$ 1.340.351,57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535838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Superávit ou Déficit Líquido (Período)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2952" y="535838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R$ 4.022,19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2" y="563270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Patrimônio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02952" y="563270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R$ 1.344.373,76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Balanço reorganizado no padrão FELCONT — nomenclatura original preservada.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FELCONT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Pontos de Atenção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05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11055096" cy="1234440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100584" cy="12344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1109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PONTO DE ATENÇÃO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Ausência de indicadores de desempenho operacional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Receita Líquida, Resultado Líquido, Margens, EBITDA e Despesas sobre Receita constam como dados insuficientes. Sem esses números, não é possível concluir sobre geração de resultado, eficiência operacional ou rentabilidade no período.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2112"/>
            <a:ext cx="11055096" cy="1234440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182112"/>
            <a:ext cx="100584" cy="12344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1012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PONTO DE ATENÇÃO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Necessidade de conciliação da composição do ativo circulante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39312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A Disponibilidade informada é de R$ 475.635,31 para um Ativo Circulante total de R$ 482.194,05, diferença de baixa materialidade relativa dentro do circulante. Ainda assim, a composição residual deve ser conciliada para confirmar a correta classificação dos saldos de curto prazo.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Conclusões baseadas exclusivamente nos números importados.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FELCONT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Recomendações FELCONT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06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11055096" cy="944118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100584" cy="944118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1109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Completar a base gerencial de resultados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10424160" cy="4869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Levantar e conciliar Receita Líquida, custos, despesas operacionais, resultado operacional, resultado líquido e EBITDA do período, para permitir diagnóstico de rentabilidade e eficiência com base numérica completa.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1789"/>
            <a:ext cx="11055096" cy="944118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891789"/>
            <a:ext cx="100584" cy="944118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19806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Revisar a alocação do caixa excedente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48989"/>
            <a:ext cx="10424160" cy="4869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Avaliar a destinação da Disponibilidade de R$ 475.635,31 frente ao Passivo Circulante de R$ 131.330,63, verificando oportunidades de aplicação, redução de obrigações de curto prazo ou reforço de capital de giro, conforme planejamento financeiro.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00500"/>
            <a:ext cx="11055096" cy="944118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000500"/>
            <a:ext cx="100584" cy="944118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851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Conciliar a composição do ativo circulante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57700"/>
            <a:ext cx="10424160" cy="4869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Validar detalhadamente os saldos que compõem os R$ 482.194,05 do Ativo Circulante, especialmente a diferença em relação à Disponibilidade, para assegurar correta classificação entre caixa, equivalentes e demais direitos de curto prazo.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09209"/>
            <a:ext cx="11055096" cy="944118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109209"/>
            <a:ext cx="100584" cy="944118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23722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Monitorar a manutenção da liquidez elevada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66409"/>
            <a:ext cx="10424160" cy="4869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Acompanhar periodicamente Liquidez Corrente, Imediata e Geral para confirmar se os índices de 3,67 e 3,62 permanecem sustentados por saldos efetivamente realizáveis e não apenas por posição pontual de caixa no fechamento.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Conclusões baseadas exclusivamente nos números importados.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2560320" cy="799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8288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4B7AF"/>
                </a:solidFill>
                <a:latin typeface="Open Sans"/>
              </a:rPr>
              <a:t>CONCLUSÃO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Roboto"/>
              </a:rPr>
              <a:t>A análise de TEST 2026 mostra estrutura patrimonial consistente, com Ativo Total de R$ 1.475.704,39 integralmente suportado por Patrimônio Líquido de R$ 1.344.373,76 e Passivo Circulante de R$ 131.330,63, sem passivo não circulante informado. A liquidez está elevada, com Liquidez Corrente de 3,67, Liquidez Imediata de 3,62 e Liquidez Geral de 3,67, apoiadas por Disponibilidade de R$ 475.635,31. Por outro lado, não há dados suficientes de receita, resultado, margens e EBITDA, o que limita a avaliação de desempenho operacional e rentabilidade.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CONCILIAR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CORRIGIR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VALIDAR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07424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07424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ANALISAR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09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FELCONT — Contabilidade, Finanças e Auditoria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